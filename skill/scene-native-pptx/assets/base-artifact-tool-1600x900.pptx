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7765c2d18f42d1" /><Relationship Type="http://schemas.openxmlformats.org/officeDocument/2006/relationships/extended-properties" Target="/docProps/app.xml" Id="Racdeea4ee70a4dfa" /><Relationship Type="http://schemas.openxmlformats.org/officeDocument/2006/relationships/officeDocument" Target="/ppt/presentation.xml" Id="R284a4295ec324d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04f6d1e82e4d07"/>
  </p:sldMasterIdLst>
  <p:notesMasterIdLst>
    <p:notesMasterId xmlns:r="http://schemas.openxmlformats.org/officeDocument/2006/relationships" r:id="R34dd27b4029b45ca"/>
  </p:notesMasterIdLst>
  <p:sldIdLst>
    <p:sldId xmlns:r="http://schemas.openxmlformats.org/officeDocument/2006/relationships" id="256" r:id="Rbc02f270b2604433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6a04feeb7f4c17" /><Relationship Type="http://schemas.openxmlformats.org/officeDocument/2006/relationships/slideMaster" Target="/ppt/slideMasters/slideMaster1.xml" Id="R2f04f6d1e82e4d07" /><Relationship Type="http://schemas.openxmlformats.org/officeDocument/2006/relationships/notesMaster" Target="/ppt/notesMasters/notesMaster1.xml" Id="R34dd27b4029b45ca" /><Relationship Type="http://schemas.openxmlformats.org/officeDocument/2006/relationships/presProps" Target="/ppt/presProps.xml" Id="Raa764d3ef57c4e52" /><Relationship Type="http://schemas.openxmlformats.org/officeDocument/2006/relationships/tableStyles" Target="/ppt/tableStyles.xml" Id="Rc23194b378dc449e" /><Relationship Type="http://schemas.openxmlformats.org/officeDocument/2006/relationships/slide" Target="/ppt/slides/slide1.xml" Id="Rbc02f270b26044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5993e7a8a843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c7f6186e9646df" /><Relationship Type="http://schemas.openxmlformats.org/officeDocument/2006/relationships/notesMaster" Target="/ppt/notesMasters/notesMaster1.xml" Id="Rdbb1785536ad48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6b9f5e26db4b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95fc640c5e47c6" /><Relationship Type="http://schemas.openxmlformats.org/officeDocument/2006/relationships/slideLayout" Target="/ppt/slideLayouts/slideLayout1.xml" Id="R90fe3b73fd7f4f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fe3b73fd7f4f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ce4ed341c4108" /><Relationship Type="http://schemas.openxmlformats.org/officeDocument/2006/relationships/notesSlide" Target="/ppt/notesSlides/notesSlide1.xml" Id="R80c98fc2b7db40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68696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scene-native-pptx</ap:Application>
  <ap:PresentationFormat>Widescreen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scene-native-pptx</dc:creator>
  <lastModifiedBy>scene-native-pptx</lastModifiedBy>
  <dc:title>Presentation</dc:title>
  <dcterms:created xsi:type="dcterms:W3CDTF">2025-01-01T00:00:00Z</dcterms:created>
  <dcterms:modified xsi:type="dcterms:W3CDTF">2025-01-01T00:00:00Z</dcterms:modified>
</coreProperties>
</file>