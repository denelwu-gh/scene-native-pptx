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d2d80bb14e4821" /><Relationship Type="http://schemas.openxmlformats.org/officeDocument/2006/relationships/extended-properties" Target="/docProps/app.xml" Id="Rfe4f45a448f742e2" /><Relationship Type="http://schemas.openxmlformats.org/officeDocument/2006/relationships/officeDocument" Target="/ppt/presentation.xml" Id="Rd8bc3c9fe04f43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825beeade4440a"/>
  </p:sldMasterIdLst>
  <p:notesMasterIdLst>
    <p:notesMasterId xmlns:r="http://schemas.openxmlformats.org/officeDocument/2006/relationships" r:id="R21b9ed07e6a44c5b"/>
  </p:notesMasterIdLst>
  <p:sldIdLst>
    <p:sldId xmlns:r="http://schemas.openxmlformats.org/officeDocument/2006/relationships" id="256" r:id="R3c229b9877694801"/>
    <p:sldId xmlns:r="http://schemas.openxmlformats.org/officeDocument/2006/relationships" id="257" r:id="R1f31c271696c4f14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87b9635e7c4bfb" /><Relationship Type="http://schemas.openxmlformats.org/officeDocument/2006/relationships/slideMaster" Target="/ppt/slideMasters/slideMaster1.xml" Id="Rbe825beeade4440a" /><Relationship Type="http://schemas.openxmlformats.org/officeDocument/2006/relationships/notesMaster" Target="/ppt/notesMasters/notesMaster1.xml" Id="R21b9ed07e6a44c5b" /><Relationship Type="http://schemas.openxmlformats.org/officeDocument/2006/relationships/presProps" Target="/ppt/presProps.xml" Id="Ra4ae5be7481c4e8b" /><Relationship Type="http://schemas.openxmlformats.org/officeDocument/2006/relationships/tableStyles" Target="/ppt/tableStyles.xml" Id="R7e00d6adcb03474e" /><Relationship Type="http://schemas.openxmlformats.org/officeDocument/2006/relationships/slide" Target="/ppt/slides/slide1.xml" Id="R3c229b9877694801" /><Relationship Type="http://schemas.openxmlformats.org/officeDocument/2006/relationships/slide" Target="/ppt/slides/slide2.xml" Id="R1f31c271696c4f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7aafbf7a2f47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1061a543da454c" /><Relationship Type="http://schemas.openxmlformats.org/officeDocument/2006/relationships/notesMaster" Target="/ppt/notesMasters/notesMaster1.xml" Id="Rc554b94e269842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518c0208464bbe" /><Relationship Type="http://schemas.openxmlformats.org/officeDocument/2006/relationships/notesMaster" Target="/ppt/notesMasters/notesMaster1.xml" Id="Rac1a62bc835c4a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0ae50f7ed542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8b67573cdd41b9" /><Relationship Type="http://schemas.openxmlformats.org/officeDocument/2006/relationships/slideLayout" Target="/ppt/slideLayouts/slideLayout1.xml" Id="R3a64b605a9e04a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64b605a9e04a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d3c35a2534779" /><Relationship Type="http://schemas.openxmlformats.org/officeDocument/2006/relationships/notesSlide" Target="/ppt/notesSlides/notesSlide1.xml" Id="R8ffa5434b4ac4f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a23d1cf364232" /><Relationship Type="http://schemas.openxmlformats.org/officeDocument/2006/relationships/notesSlide" Target="/ppt/notesSlides/notesSlide2.xml" Id="R8e5f818acf0b46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431661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2362601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scene-native-pptx</ap:Application>
  <ap:PresentationFormat>Widescreen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scene-native-pptx</dc:creator>
  <lastModifiedBy>scene-native-pptx</lastModifiedBy>
  <dc:title>Presentation</dc:title>
  <dcterms:created xsi:type="dcterms:W3CDTF">2025-01-01T00:00:00Z</dcterms:created>
  <dcterms:modified xsi:type="dcterms:W3CDTF">2025-01-01T00:00:00Z</dcterms:modified>
</coreProperties>
</file>